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4572000" cy="8778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· Splash</a:t>
            </a:r>
          </a:p>
          <a:p>
            <a:r>
              <a:t>Source: Lovelies dark storyboard, board 1 of 4.</a:t>
            </a:r>
          </a:p>
          <a:p>
            <a:r>
              <a:t>Exact crop: 217 × 390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Introduction and how it works</a:t>
            </a:r>
          </a:p>
          <a:p>
            <a:r>
              <a:t>Source: Lovelies dark storyboard, board 1 of 4.</a:t>
            </a:r>
          </a:p>
          <a:p>
            <a:r>
              <a:t>Exact crop: 229 × 391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Sign in and join</a:t>
            </a:r>
          </a:p>
          <a:p>
            <a:r>
              <a:t>Source: Lovelies dark storyboard, board 1 of 4.</a:t>
            </a:r>
          </a:p>
          <a:p>
            <a:r>
              <a:t>Exact crop: 235 × 389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Photo access prompt</a:t>
            </a:r>
          </a:p>
          <a:p>
            <a:r>
              <a:t>Source: Lovelies dark storyboard, board 1 of 4.</a:t>
            </a:r>
          </a:p>
          <a:p>
            <a:r>
              <a:t>Exact crop: 237 × 390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Photo access options</a:t>
            </a:r>
          </a:p>
          <a:p>
            <a:r>
              <a:t>Source: Lovelies dark storyboard, board 1 of 4.</a:t>
            </a:r>
          </a:p>
          <a:p>
            <a:r>
              <a:t>Exact crop: 231 × 390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Face enrollment</a:t>
            </a:r>
          </a:p>
          <a:p>
            <a:r>
              <a:t>Source: Lovelies dark storyboard, board 1 of 4.</a:t>
            </a:r>
          </a:p>
          <a:p>
            <a:r>
              <a:t>Exact crop: 214 × 389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Face quality retry</a:t>
            </a:r>
          </a:p>
          <a:p>
            <a:r>
              <a:t>Source: Lovelies dark storyboard, board 1 of 4.</a:t>
            </a:r>
          </a:p>
          <a:p>
            <a:r>
              <a:t>Exact crop: 216 × 361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Processing</a:t>
            </a:r>
          </a:p>
          <a:p>
            <a:r>
              <a:t>Source: Lovelies dark storyboard, board 1 of 4.</a:t>
            </a:r>
          </a:p>
          <a:p>
            <a:r>
              <a:t>Exact crop: 228 × 361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· Setup complete</a:t>
            </a:r>
          </a:p>
          <a:p>
            <a:r>
              <a:t>Source: Lovelies dark storyboard, board 1 of 4.</a:t>
            </a:r>
          </a:p>
          <a:p>
            <a:r>
              <a:t>Exact crop: 236 × 360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· Home gallery</a:t>
            </a:r>
          </a:p>
          <a:p>
            <a:r>
              <a:t>Source: Lovelies dark storyboard, board 1 of 4.</a:t>
            </a:r>
          </a:p>
          <a:p>
            <a:r>
              <a:t>Exact crop: 247 × 361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New matches</a:t>
            </a:r>
          </a:p>
          <a:p>
            <a:r>
              <a:t>Source: Lovelies dark storyboard, board 1 of 4.</a:t>
            </a:r>
          </a:p>
          <a:p>
            <a:r>
              <a:t>Exact crop: 240 × 361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Photo viewer</a:t>
            </a:r>
          </a:p>
          <a:p>
            <a:r>
              <a:t>Source: Lovelies dark storyboard, board 1 of 4.</a:t>
            </a:r>
          </a:p>
          <a:p>
            <a:r>
              <a:t>Exact crop: 227 × 360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· All photos</a:t>
            </a:r>
          </a:p>
          <a:p>
            <a:r>
              <a:t>Source: Lovelies dark storyboard, board 2 of 4.</a:t>
            </a:r>
          </a:p>
          <a:p>
            <a:r>
              <a:t>Exact crop: 258 × 487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· Favorites and saved</a:t>
            </a:r>
          </a:p>
          <a:p>
            <a:r>
              <a:t>Source: Lovelies dark storyboard, board 2 of 4.</a:t>
            </a:r>
          </a:p>
          <a:p>
            <a:r>
              <a:t>Exact crop: 258 × 487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· Search</a:t>
            </a:r>
          </a:p>
          <a:p>
            <a:r>
              <a:t>Source: Lovelies dark storyboard, board 2 of 4.</a:t>
            </a:r>
          </a:p>
          <a:p>
            <a:r>
              <a:t>Exact crop: 258 × 487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· Filters</a:t>
            </a:r>
          </a:p>
          <a:p>
            <a:r>
              <a:t>Source: Lovelies dark storyboard, board 2 of 4.</a:t>
            </a:r>
          </a:p>
          <a:p>
            <a:r>
              <a:t>Exact crop: 259 × 487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· Activity inbox</a:t>
            </a:r>
          </a:p>
          <a:p>
            <a:r>
              <a:t>Source: Lovelies dark storyboard, board 2 of 4.</a:t>
            </a:r>
          </a:p>
          <a:p>
            <a:r>
              <a:t>Exact crop: 259 × 486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· Notifications</a:t>
            </a:r>
          </a:p>
          <a:p>
            <a:r>
              <a:t>Source: Lovelies dark storyboard, board 2 of 4.</a:t>
            </a:r>
          </a:p>
          <a:p>
            <a:r>
              <a:t>Exact crop: 257 × 486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· Upload entry</a:t>
            </a:r>
          </a:p>
          <a:p>
            <a:r>
              <a:t>Source: Lovelies dark storyboard, board 2 of 4.</a:t>
            </a:r>
          </a:p>
          <a:p>
            <a:r>
              <a:t>Exact crop: 256 × 314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· Upload source picker</a:t>
            </a:r>
          </a:p>
          <a:p>
            <a:r>
              <a:t>Source: Lovelies dark storyboard, board 2 of 4.</a:t>
            </a:r>
          </a:p>
          <a:p>
            <a:r>
              <a:t>Exact crop: 255 × 314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· Select upload photos</a:t>
            </a:r>
          </a:p>
          <a:p>
            <a:r>
              <a:t>Source: Lovelies dark storyboard, board 2 of 4.</a:t>
            </a:r>
          </a:p>
          <a:p>
            <a:r>
              <a:t>Exact crop: 258 × 314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· Review upload</a:t>
            </a:r>
          </a:p>
          <a:p>
            <a:r>
              <a:t>Source: Lovelies dark storyboard, board 2 of 4.</a:t>
            </a:r>
          </a:p>
          <a:p>
            <a:r>
              <a:t>Exact crop: 259 × 314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· Upload progress</a:t>
            </a:r>
          </a:p>
          <a:p>
            <a:r>
              <a:t>Source: Lovelies dark storyboard, board 2 of 4.</a:t>
            </a:r>
          </a:p>
          <a:p>
            <a:r>
              <a:t>Exact crop: 258 × 313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· Upload complete</a:t>
            </a:r>
          </a:p>
          <a:p>
            <a:r>
              <a:t>Source: Lovelies dark storyboard, board 2 of 4.</a:t>
            </a:r>
          </a:p>
          <a:p>
            <a:r>
              <a:t>Exact crop: 257 × 313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· Match results summary</a:t>
            </a:r>
          </a:p>
          <a:p>
            <a:r>
              <a:t>Source: Lovelies dark storyboard, board 3 of 4.</a:t>
            </a:r>
          </a:p>
          <a:p>
            <a:r>
              <a:t>Exact crop: 239 × 377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· Matched photos gallery</a:t>
            </a:r>
          </a:p>
          <a:p>
            <a:r>
              <a:t>Source: Lovelies dark storyboard, board 3 of 4.</a:t>
            </a:r>
          </a:p>
          <a:p>
            <a:r>
              <a:t>Exact crop: 236 × 377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· Photo to people</a:t>
            </a:r>
          </a:p>
          <a:p>
            <a:r>
              <a:t>Source: Lovelies dark storyboard, board 3 of 4.</a:t>
            </a:r>
          </a:p>
          <a:p>
            <a:r>
              <a:t>Exact crop: 243 × 377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· Person to photos</a:t>
            </a:r>
          </a:p>
          <a:p>
            <a:r>
              <a:t>Source: Lovelies dark storyboard, board 3 of 4.</a:t>
            </a:r>
          </a:p>
          <a:p>
            <a:r>
              <a:t>Exact crop: 246 × 377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· Select photos to share</a:t>
            </a:r>
          </a:p>
          <a:p>
            <a:r>
              <a:t>Source: Lovelies dark storyboard, board 3 of 4.</a:t>
            </a:r>
          </a:p>
          <a:p>
            <a:r>
              <a:t>Exact crop: 239 × 377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· Deselect photos</a:t>
            </a:r>
          </a:p>
          <a:p>
            <a:r>
              <a:t>Source: Lovelies dark storyboard, board 3 of 4.</a:t>
            </a:r>
          </a:p>
          <a:p>
            <a:r>
              <a:t>Exact crop: 240 × 377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 · Select people to share with</a:t>
            </a:r>
          </a:p>
          <a:p>
            <a:r>
              <a:t>Source: Lovelies dark storyboard, board 3 of 4.</a:t>
            </a:r>
          </a:p>
          <a:p>
            <a:r>
              <a:t>Exact crop: 239 × 378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 · Deselect people</a:t>
            </a:r>
          </a:p>
          <a:p>
            <a:r>
              <a:t>Source: Lovelies dark storyboard, board 3 of 4.</a:t>
            </a:r>
          </a:p>
          <a:p>
            <a:r>
              <a:t>Exact crop: 237 × 378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 · Review and share</a:t>
            </a:r>
          </a:p>
          <a:p>
            <a:r>
              <a:t>Source: Lovelies dark storyboard, board 3 of 4.</a:t>
            </a:r>
          </a:p>
          <a:p>
            <a:r>
              <a:t>Exact crop: 240 × 378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 · Sharing progress</a:t>
            </a:r>
          </a:p>
          <a:p>
            <a:r>
              <a:t>Source: Lovelies dark storyboard, board 3 of 4.</a:t>
            </a:r>
          </a:p>
          <a:p>
            <a:r>
              <a:t>Exact crop: 246 × 380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· Shared history</a:t>
            </a:r>
          </a:p>
          <a:p>
            <a:r>
              <a:t>Source: Lovelies dark storyboard, board 3 of 4.</a:t>
            </a:r>
          </a:p>
          <a:p>
            <a:r>
              <a:t>Exact crop: 240 × 379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 · Report incorrect match</a:t>
            </a:r>
          </a:p>
          <a:p>
            <a:r>
              <a:t>Source: Lovelies dark storyboard, board 3 of 4.</a:t>
            </a:r>
          </a:p>
          <a:p>
            <a:r>
              <a:t>Exact crop: 240 × 379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37 · Profile overview</a:t>
            </a:r>
          </a:p>
          <a:p>
            <a:r>
              <a:t>Source: Lovelies dark storyboard, board 4 of 4.</a:t>
            </a:r>
          </a:p>
          <a:p>
            <a:r>
              <a:t>Exact crop: 256 × 447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 · Face management</a:t>
            </a:r>
          </a:p>
          <a:p>
            <a:r>
              <a:t>Source: Lovelies dark storyboard, board 4 of 4.</a:t>
            </a:r>
          </a:p>
          <a:p>
            <a:r>
              <a:t>Exact crop: 249 × 447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 · Manage allowed recipients</a:t>
            </a:r>
          </a:p>
          <a:p>
            <a:r>
              <a:t>Source: Lovelies dark storyboard, board 4 of 4.</a:t>
            </a:r>
          </a:p>
          <a:p>
            <a:r>
              <a:t>Exact crop: 249 × 446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· Privacy and sharing</a:t>
            </a:r>
          </a:p>
          <a:p>
            <a:r>
              <a:t>Source: Lovelies dark storyboard, board 4 of 4.</a:t>
            </a:r>
          </a:p>
          <a:p>
            <a:r>
              <a:t>Exact crop: 251 × 447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41 · Photo access settings</a:t>
            </a:r>
          </a:p>
          <a:p>
            <a:r>
              <a:t>Source: Lovelies dark storyboard, board 4 of 4.</a:t>
            </a:r>
          </a:p>
          <a:p>
            <a:r>
              <a:t>Exact crop: 250 × 446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42 · Notification settings</a:t>
            </a:r>
          </a:p>
          <a:p>
            <a:r>
              <a:t>Source: Lovelies dark storyboard, board 4 of 4.</a:t>
            </a:r>
          </a:p>
          <a:p>
            <a:r>
              <a:t>Exact crop: 255 × 447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43 · Storage</a:t>
            </a:r>
          </a:p>
          <a:p>
            <a:r>
              <a:t>Source: Lovelies dark storyboard, board 4 of 4.</a:t>
            </a:r>
          </a:p>
          <a:p>
            <a:r>
              <a:t>Exact crop: 255 × 348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44 · Data export</a:t>
            </a:r>
          </a:p>
          <a:p>
            <a:r>
              <a:t>Source: Lovelies dark storyboard, board 4 of 4.</a:t>
            </a:r>
          </a:p>
          <a:p>
            <a:r>
              <a:t>Exact crop: 253 × 348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· Help center</a:t>
            </a:r>
          </a:p>
          <a:p>
            <a:r>
              <a:t>Source: Lovelies dark storyboard, board 4 of 4.</a:t>
            </a:r>
          </a:p>
          <a:p>
            <a:r>
              <a:t>Exact crop: 252 × 348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46 · Account security and devices</a:t>
            </a:r>
          </a:p>
          <a:p>
            <a:r>
              <a:t>Source: Lovelies dark storyboard, board 4 of 4.</a:t>
            </a:r>
          </a:p>
          <a:p>
            <a:r>
              <a:t>Exact crop: 253 × 348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47 · No matches</a:t>
            </a:r>
          </a:p>
          <a:p>
            <a:r>
              <a:t>Source: Lovelies dark storyboard, board 4 of 4.</a:t>
            </a:r>
          </a:p>
          <a:p>
            <a:r>
              <a:t>Exact crop: 254 × 348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48 · Offline and error</a:t>
            </a:r>
          </a:p>
          <a:p>
            <a:r>
              <a:t>Source: Lovelies dark storyboard, board 4 of 4.</a:t>
            </a:r>
          </a:p>
          <a:p>
            <a:r>
              <a:t>Exact crop: 254 × 349 px. Original proportions preserved.</a:t>
            </a:r>
          </a:p>
          <a:p>
            <a:r>
              <a:t>Image-based screen, not separately editable text, icons, or controls.</a:t>
            </a:r>
          </a:p>
          <a:p>
            <a:r>
              <a:t>Original generated content is preserved as provided; this transfer is not a new UX/functionality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1 · Splash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1 · Splash · original screenshot" descr="Lovelies app screen 01: Splash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510715"/>
            <a:ext cx="4315968" cy="7756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2 · Introduction and how it work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2 · Introduction and how it works · original screenshot" descr="Lovelies app screen 02: Introduction and how it works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704527"/>
            <a:ext cx="4315968" cy="7369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3 · Sign in and join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3 · Sign in and join · original screenshot" descr="Lovelies app screen 03: Sign in and join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816967"/>
            <a:ext cx="4315968" cy="7144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4 · Photo access prompt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4 · Photo access prompt · original screenshot" descr="Lovelies app screen 04: Photo access prompt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838007"/>
            <a:ext cx="4315968" cy="7102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5 · Photo access option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5 · Photo access options · original screenshot" descr="Lovelies app screen 05: Photo access options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745770"/>
            <a:ext cx="4315968" cy="72866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6 · Face enrollment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6 · Face enrollment · original screenshot" descr="Lovelies app screen 06: Face enrollment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466429"/>
            <a:ext cx="4315968" cy="78453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7 · Face quality retry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7 · Face quality retry · original screenshot" descr="Lovelies app screen 07: Face quality retry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782489"/>
            <a:ext cx="4315968" cy="72132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8 · Processing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8 · Processing · original screenshot" descr="Lovelies app screen 08: Processing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72311"/>
            <a:ext cx="4315968" cy="6833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9 · Setup complete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9 · Setup complete · original screenshot" descr="Lovelies app screen 09: Setup complete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097279"/>
            <a:ext cx="4315968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0 · Home gallery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0 · Home gallery · original screenshot" descr="Lovelies app screen 10: Home gallery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235143"/>
            <a:ext cx="4315968" cy="6307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1 · New matche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1 · New matches · original screenshot" descr="Lovelies app screen 11: New matches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143152"/>
            <a:ext cx="4315968" cy="64919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2 · Photo viewer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2 · Photo viewer · original screenshot" descr="Lovelies app screen 12: Photo viewer. Original image-based mockup. Source board 1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66766"/>
            <a:ext cx="4315968" cy="68447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3 · All photo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3 · All photos · original screenshot" descr="Lovelies app screen 13: All photos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15716"/>
            <a:ext cx="4315968" cy="81468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4 · Favorites and saved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4 · Favorites and saved · original screenshot" descr="Lovelies app screen 14: Favorites and saved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15716"/>
            <a:ext cx="4315968" cy="81468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5 · Search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5 · Search · original screenshot" descr="Lovelies app screen 15: Search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15716"/>
            <a:ext cx="4315968" cy="81468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6 · Filter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6 · Filters · original screenshot" descr="Lovelies app screen 16: Filters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31443"/>
            <a:ext cx="4315968" cy="8115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7 · Activity inbox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7 · Activity inbox · original screenshot" descr="Lovelies app screen 17: Activity inbox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39775"/>
            <a:ext cx="4315968" cy="80986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8 · Notification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8 · Notifications · original screenshot" descr="Lovelies app screen 18: Notifications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08263"/>
            <a:ext cx="4315968" cy="81617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9 · Upload entry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9 · Upload entry · original screenshot" descr="Lovelies app screen 19: Upload entry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742217"/>
            <a:ext cx="4315968" cy="52938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0 · Upload source picker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0 · Upload source picker · original screenshot" descr="Lovelies app screen 20: Upload source picker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731837"/>
            <a:ext cx="4315968" cy="53145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1 · Select upload photo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1 · Select upload photos · original screenshot" descr="Lovelies app screen 21: Select upload photos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762736"/>
            <a:ext cx="4315968" cy="52527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2 · Review upload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2 · Review upload · original screenshot" descr="Lovelies app screen 22: Review upload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772876"/>
            <a:ext cx="4315968" cy="52324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3 · Upload progres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3 · Upload progress · original screenshot" descr="Lovelies app screen 23: Upload progress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771100"/>
            <a:ext cx="4315968" cy="52360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4 · Upload complete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4 · Upload complete · original screenshot" descr="Lovelies app screen 24: Upload complete. Original image-based mockup. Source board 2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760913"/>
            <a:ext cx="4315968" cy="52564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5 · Match results summary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5 · Match results summary · original screenshot" descr="Lovelies app screen 25: Match results summary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85103"/>
            <a:ext cx="4315968" cy="680803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6 · Matched photos gallery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6 · Matched photos gallery · original screenshot" descr="Lovelies app screen 26: Matched photos gallery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41831"/>
            <a:ext cx="4315968" cy="68945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7 · Photo to people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7 · Photo to people · original screenshot" descr="Lovelies app screen 27: Photo to people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041136"/>
            <a:ext cx="4315968" cy="669596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8 · Person to photo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8 · Person to photos · original screenshot" descr="Lovelies app screen 28: Person to photos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081965"/>
            <a:ext cx="4315968" cy="66143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9 · Select photos to share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29 · Select photos to share · original screenshot" descr="Lovelies app screen 29: Select photos to share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85103"/>
            <a:ext cx="4315968" cy="680803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0 · Deselect photo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0 · Deselect photos · original screenshot" descr="Lovelies app screen 30: Deselect photos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99286"/>
            <a:ext cx="4315968" cy="677966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1 · Select people to share with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1 · Select people to share with · original screenshot" descr="Lovelies app screen 31: Select people to share with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76074"/>
            <a:ext cx="4315968" cy="682609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2 · Deselect people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2 · Deselect people · original screenshot" descr="Lovelies app screen 32: Deselect people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47272"/>
            <a:ext cx="4315968" cy="68836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3 · Review and share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3 · Review and share · original screenshot" descr="Lovelies app screen 33: Review and share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90295"/>
            <a:ext cx="4315968" cy="679764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4 · Sharing progres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4 · Sharing progress · original screenshot" descr="Lovelies app screen 34: Sharing progress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055648"/>
            <a:ext cx="4315968" cy="666694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5 · Shared history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5 · Shared history · original screenshot" descr="Lovelies app screen 35: Shared history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81303"/>
            <a:ext cx="4315968" cy="681563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6 · Report incorrect match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6 · Report incorrect match · original screenshot" descr="Lovelies app screen 36: Report incorrect match. Original image-based mockup. Source board 3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81303"/>
            <a:ext cx="4315968" cy="68156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7 · Profile overview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7 · Profile overview · original screenshot" descr="Lovelies app screen 37: Profile overview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621077"/>
            <a:ext cx="4315968" cy="753608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8 · Face management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8 · Face management · original screenshot" descr="Lovelies app screen 38: Face management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515148"/>
            <a:ext cx="4315968" cy="774794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9 · Manage allowed recipient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9 · Manage allowed recipients · original screenshot" descr="Lovelies app screen 39: Manage allowed recipients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523815"/>
            <a:ext cx="4315968" cy="773060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0 · Privacy and sharing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0 · Privacy and sharing · original screenshot" descr="Lovelies app screen 40: Privacy and sharing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546017"/>
            <a:ext cx="4315968" cy="768620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1 · Photo access setting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1 · Photo access settings · original screenshot" descr="Lovelies app screen 41: Photo access settings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539276"/>
            <a:ext cx="4315968" cy="769968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2 · Notification setting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2 · Notification settings · original screenshot" descr="Lovelies app screen 42: Notification settings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606300"/>
            <a:ext cx="4315968" cy="756563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3 · Storage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3 · Storage · original screenshot" descr="Lovelies app screen 43: Storage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44106"/>
            <a:ext cx="4315968" cy="589002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4 · Data export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4 · Data export · original screenshot" descr="Lovelies app screen 44: Data export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20825"/>
            <a:ext cx="4315968" cy="59365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5 · Help center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5 · Help center · original screenshot" descr="Lovelies app screen 45: Help center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09046"/>
            <a:ext cx="4315968" cy="596014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6 · Account security and device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6 · Account security and devices · original screenshot" descr="Lovelies app screen 46: Account security and devices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20825"/>
            <a:ext cx="4315968" cy="59365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7 · No matches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7 · No matches · original screenshot" descr="Lovelies app screen 47: No matches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32511"/>
            <a:ext cx="4315968" cy="591321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8 · Offline and error">
    <p:bg>
      <p:bgPr>
        <a:solidFill>
          <a:srgbClr val="1011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48 · Offline and error · original screenshot" descr="Lovelies app screen 48: Offline and error. Original image-based mockup. Source board 4. No editable UI component reconstru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24015"/>
            <a:ext cx="4315968" cy="5930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Lovelies — 48 Individual App Screens</dc:title>
  <dc:subject>Original dark masonry UI mockups, one screen per page</dc:subject>
  <dc:creator>Lovelies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